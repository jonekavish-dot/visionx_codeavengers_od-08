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1310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INTELLIGENT VEHICLE ACCESS &amp; CONTROL SYSTEM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378823" y="375556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5F5F5"/>
                </a:solidFill>
              </a:rPr>
              <a:t>IVACS v1.0 | Construction Site License Plate Recognition &amp; Behavior Analytics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Current systems only detect &amp; extract plate numbers—no behavioral insight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No integration with permit/blacklist databases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Cannot detect unauthorized access attempts or stolen vehicles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No correlation between vehicle movements and material theft patterns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Lack of real-time alerting for suspicious activities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54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No temporal analysis of vehicle behavior patterns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Innovation: IVACS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Multi-Modal Intelligent Vehicle Recognition &amp; Behavior System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Beyond plates: Combine plate data with vehicle characteristics (color, make, model, size)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Temporal Analysis: Track vehicles across time, detect repeat visits &amp; dwell patterns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Access Control: Real-time permit verification &amp; blacklist checking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Anomaly Detection: Flag suspicious parking patterns, unauthorized zones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00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Theft Correlation: Link vehicle movements to inventory &amp; detect material theft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Multi-camera Tracking: Track vehicles across multiple CCTV feeds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1. License Plate Detection &amp; OCR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267097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YOLOv8 + EasyOCR for real-time plate recognition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41417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2. Vehicle Classification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011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Color, make, model, body type detection using ResNet-50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3. Behavior Analysis Engine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26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Time-series analysis: dwell time, visit frequency, entry/exit patterns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1938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4. Permit &amp; Blacklist Integration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6510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Real-time database lookup with alert system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8633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5. Anomaly Detection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2127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Isolation Forest ML model for pattern recognition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451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6. Multi-Camera Correlation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00599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Track same vehicle across different CCTV feeds &amp; timestamps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Technical Architecture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CCTV Ingestion: RTSP/HTTP stream intake with frame buffering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Processing Pipeline: YOLOv8 → Plate Extraction → OCR → Vehicle Detection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Database: PostgreSQL for vehicle history, behavior logs, permits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Real-time Cache: Redis for fast blacklist/permit lookups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ML Engine: TensorFlow/PyTorch for anomaly detection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54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API Layer: FastAPI for real-time alerts &amp; dashboard querying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Frontend: React-based admin dashboard with real-time updates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System Components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Core Modules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Video Processor: Stream capture &amp; frame extraction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Detection Engine: License plate localization &amp; character recognition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Vehicle Classifier: Color, make, model, body type identification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Behavior Analyzer: Temporal pattern mining &amp; anomaly scoring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00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Alert Manager: Real-time notifications (SMS, email, dashboard)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Analytics Dashboard: Historical reports &amp; trend analysis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 Flow Architecture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① CCTV Stream → Frame extraction (30 fps)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② YOLOv8 plate detection → Bounding box extraction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③ OCR processing → Plate number + confidence score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④ Vehicle classification → Color, make, model features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⑤ Database lookup → Check permits, blacklist, history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54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⑥ Behavior analysis → Calculate anomaly score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⑦ Alert generation → Trigger if thresholds exceeded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Functional Requirements - Part 1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Detection &amp; Recognition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FR1: Detect license plates with ≥95% accuracy in daylight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FR2: Extract plate characters with ≥98% OCR accuracy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FR3: Identify vehicle make/model with ≥85% accuracy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Database &amp; Lookup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FR4: Query blacklist in &lt;100ms, return match/no-match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FR5: Verify vehicle permit against site database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069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FR6: Store &amp; retrieve complete vehicle history per plate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Functional Requirements - Part 2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Behavior Analysis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FR7: Calculate dwell time per vehicle visit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FR8: Track visit frequency &amp; identify repeat vehicles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FR9: Detect unauthorized zone entries (geofencing)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Alerting &amp; Reporting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FR10: Generate real-time alerts for policy violations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FR11: Create daily/weekly behavioral reports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069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FR12: Link vehicle movements to inventory events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Non-Functional Requirements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Performance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NFR1: Process each frame in &lt;500ms (real-time capability)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NFR2: Support 8+ simultaneous camera feeds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Availability &amp; Reliability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NFR3: 99.5% uptime with automatic failover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NFR4: Alert delivery within 30 seconds of detection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Security &amp; Compliance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NFR5: Encrypt data in transit &amp; at rest (AES-256)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526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NFR6: Role-based access control (RBAC) for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Backend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Python 3.10+ | FastAPI | PostgreSQL 13+ | Redis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ML/CV Models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YOLOv8 (plate detection) | EasyOCR | ResNet-50 (vehicle class)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Isolation Forest (anomaly detection)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Frontend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03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React 18 | Tailwind CSS | WebSocket (real-time updates)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Infrastructure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Docker | Kubernetes | AWS/GCP | GitLab CI/CD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Project Timeline (12 Weeks)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Phase 1: Foundation (Weeks 1-3)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Setup infrastructure, data collection, model fine-tuning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Phase 2: Core Engine (Weeks 4-7)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Build detection pipeline, vehicle classifier, behavior analyzer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Phase 3: Integration (Weeks 8-10)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Database integration, alerting system, API development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Phase 4: Dashboard &amp; Testing (Weeks 11-12)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Frontend development, UAT, deployment, documentation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Success Metrics &amp; KPIs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Accuracy: Plate recognition ≥98%, vehicle classification ≥85%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Performance: Frame processing &lt;500ms, alert latency &lt;30s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Availability: System uptime 99.5%+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ROI: Reduce material theft by 40%+ within 3 months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User Adoption: Dashboard usage by 80%+ of site staff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54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False Positive Rate: &lt;5% for anomaly alerts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Why IVACS is Different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🎯 Holistic: Combines detection, verification, and behavior analytics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⚡ Real-time: Sub-second alerts for policy violations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🔗 Integrated: Links vehicles to inventory &amp; theft patterns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🤖 Intelligent: ML-driven anomaly detection, not just pattern matching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📊 Actionable: Generates insights, not just logs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54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</a:rPr>
              <a:t>🔐 Secure: Enterprise-grade encryption &amp; access control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Execution Strategy - Phase Details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MVP (6 weeks): License plate detection + basic alerts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554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Deploy on 2-3 cameras, validate accuracy, gather feedback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V1.0 (12 weeks): Full system with behavior analytics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77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Scale to all cameras, add vehicle classification, anomaly detection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</a:rPr>
              <a:t>V2.0 (6 months): Advanced features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00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Multi-site deployment, inventory integration, predictive alerting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980</Words>
  <Application>Microsoft Office PowerPoint</Application>
  <PresentationFormat>On-screen Show (16:9)</PresentationFormat>
  <Paragraphs>137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Kavish Jone</cp:lastModifiedBy>
  <cp:revision>4</cp:revision>
  <dcterms:created xsi:type="dcterms:W3CDTF">2026-09-18T04:22:36Z</dcterms:created>
  <dcterms:modified xsi:type="dcterms:W3CDTF">2026-09-18T04:33:27Z</dcterms:modified>
</cp:coreProperties>
</file>